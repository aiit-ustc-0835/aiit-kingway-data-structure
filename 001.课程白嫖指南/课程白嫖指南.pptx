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12E5C-FA18-4E2C-BE88-36F238141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943469-C848-4E0D-A692-B15D26104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C48D4-BD2D-49A0-8FF2-969436A77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3A238D-B6B6-4AE3-A3C0-41436C9C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14E416-9182-4CD4-B489-76CDD37A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786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BA693-63C1-4EF9-8E74-6CA3C7A1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AB4A63-9325-4DEF-800D-2A4637552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9CBE08-4FA3-44D1-9F3F-291D65A1A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2AE522-7690-4CC4-80F0-40982A4C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2120C1-B047-4271-BDDA-109D0A247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281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9944F-08EA-4E3F-86A9-772F6F27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F4072E-2AB6-431D-9EC6-A0D8CD349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B6C630-E161-4517-83A8-FE9F3091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220747-ADA3-4BB0-9F42-0B26A5CC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518583-00DC-4A2C-8CAF-EEC106DF7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627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AD60-7F3E-452B-AB5D-890827719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7BFA24-DB81-43AF-BB70-71E44E5A8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52417F-E4BD-40B7-8348-777477B1A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B03B12-B89B-4C1B-A168-B301BDCD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986763-8B26-4DA9-99F7-1C202EFF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3193C6-2B88-4AD5-95B5-F0F980465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94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46664-4A48-47B1-A2B1-F0E2F3110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DE3C2A-5669-4445-9360-DDED2B660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1A9077-D761-4F81-AC5A-EA9486DB7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52B674-B2AD-4A07-B955-88DF546B1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6B3DE0-5D1E-4B86-8F54-D83DA2448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47E1A3-9037-4786-8FFE-14EC120D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A26FFA-75B0-4A00-8644-4B881D4C2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A72B85-9823-4D3B-B7EE-1B2699DF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283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37FA0-079F-490E-AA95-DDA7CD3D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604FC3-25F4-4F08-9636-B515EE4E1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C240C0-55C2-4C25-8E5D-E2FB06474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9AC45B-F665-4B88-9324-9D093DE92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576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9D4589-7E7F-44A1-A68F-960B2C304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DEBD7B-C4EE-48C5-936F-3076E73C7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DBC34C-B5F8-4F13-9B36-28FB594A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86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28B8B-8DC1-412E-9DB1-60CC2D557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614C66-1965-4420-918E-2EF438F5A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CE13DF-F654-4526-87D9-1BF85334B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023937-EF58-4E34-A329-DC3138CC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280D6B-014C-4AF9-A089-07268589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490DF8-8EF7-480E-A942-395E412E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012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7EBE9-B3BD-4A0A-AE2A-03CC2B448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BDC374-6C7A-4A67-8292-64CA671B44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3A35B9-1F0D-41F7-9816-8B44464A7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D96A92-8A15-4198-8299-53133B81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E74A17-0A2D-4CF7-964F-CD52D456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06FF08-F85E-483F-9E70-8AC274FF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935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53D09-137E-4439-8E96-CE834841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4D5539-C145-46F7-AC4D-FC0219D9A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B3257-196E-4D28-A785-973A24F2B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56C19-D945-42CB-913E-FDC8B99E7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61DE41-65B8-42DC-BB47-BBAD1A5E7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850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7A7611-BC7A-4446-BC82-52FE8B9CEC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D89545-BF16-46DD-99A5-7F5E244E2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7B9211-ADD8-4BAC-84CE-05FA5A8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B9D1D-D0D1-4FB2-870C-F2033FD91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018247-6298-4A94-982F-56882BCF3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2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EC16D4-6757-460B-836E-9501C1E2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DF17F2-B70D-47AD-87FF-587F276F1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B6F2EB-B248-4FC0-8761-73C88E18C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9105F-EDD3-478B-994A-1EB04AAEEA3C}" type="datetimeFigureOut">
              <a:rPr lang="zh-CN" altLang="en-US" smtClean="0"/>
              <a:t>2021/9/28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5EBD7-D922-4A2C-B40A-B95352D3F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26B6F3-D325-4493-96D4-6D55FD3EE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6D21F-D562-4E19-B4F4-22C7C27F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606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285B92-A908-47AA-9F71-37822FFC0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23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4FD796-DFA5-45FB-8407-D4994F0EF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58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9D121D-196F-4E48-B098-F2505DD0A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78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3EFE9C-705C-4106-81D6-91717EF79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88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74E64D-A450-498B-AD54-B61DD9772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25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43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Bug Full Stack Development Engineer</dc:creator>
  <cp:lastModifiedBy>Bug Full Stack Development Engineer</cp:lastModifiedBy>
  <cp:revision>1</cp:revision>
  <dcterms:created xsi:type="dcterms:W3CDTF">2021-09-28T13:55:10Z</dcterms:created>
  <dcterms:modified xsi:type="dcterms:W3CDTF">2021-09-28T14:00:37Z</dcterms:modified>
</cp:coreProperties>
</file>