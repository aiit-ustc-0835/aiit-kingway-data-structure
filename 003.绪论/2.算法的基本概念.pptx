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14E3F-6C5C-4DFE-967A-F2B414AC2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744D39-5997-40F4-86F4-043541811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19E988-B9BF-461B-93CD-80B88564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9F2A7-E568-4A59-A3E9-9351D9C3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11DA8-4D61-4008-BA59-2BDA8A8C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97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D9880-BCA2-48BD-95E4-2D98BFAB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132F2A-E6D7-4806-90E0-B9139579F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AE489A-C3E8-4FE9-AC86-84D944BE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F8228-9BA5-42AE-A893-FD90A298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B8EA03-77BB-4D9B-B15C-25687284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15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53038-4468-4E65-AF5D-EE2E9C33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D5E69-1A87-4B8A-A5D9-51E0B3FB4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F683C5-80A5-478C-8D61-D4447E07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A07B9-D8CC-4321-8937-CADF21A0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F4B297-8E39-4A89-83E2-0A2930D9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44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9A2C2-A89C-427C-8244-93090235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BE2F5-DA18-467C-94C1-E858E6EC4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D8F9BC-E7D7-4754-B1FE-6CED1FC96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74F740-60F1-43AD-8B2F-8745D554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722B95-D527-4329-A663-407627D1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2AF7A6-6C9F-4247-BAAB-9BCFF807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30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4346E-FF83-4FF3-9DB3-CFD9AEDD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FE07A9-41C4-43D4-B92C-DB5A14C9E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5A38C3-06B8-408C-9AC9-E8E99219C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37E2A5-D634-4EF8-A9FA-5BE466CE8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976371-4E68-4513-B69A-5452E6C88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E9BE9A-AAB7-492C-B72C-BC8C1F88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948ED3-B84E-4640-B8CE-8AA2B4D8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E4B64C-F7C3-47FB-B255-DF64F5AD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6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8B843-717D-4A31-AB62-C264467E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1B8B3D-1AC7-4DB7-BAB4-1A9F6A54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84F9BB-6829-437A-B5A1-D6E5E7C6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76E54F-15A7-45B1-A1DA-714AF206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1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64996A-6871-4DE6-84C9-3CA827F3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7E513E-41E0-4C6F-9E30-C8472270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0D8AF5-0422-4B9B-9054-D779F0F0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63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BF509-85B0-4064-8D59-D02B9955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81367-B433-473D-B26A-FB59097DE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2DF8CB-41D7-45BD-8D19-EA5107732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FA8606-79F0-47FC-8B41-44A9879C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404BB0-712C-41BC-B450-B48CCEAA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CDF337-CDE2-4310-B8C8-CDECC73F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97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CBE83-BA4E-44BA-BC04-2FFC16D7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D6B528-586E-4DD9-8086-9B9BEFDFC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DD5CC8-1D87-4A0A-AADA-1FDABCE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F8EC1D-9DC6-4EC6-BCD3-77C5394D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3D2DB7-AA91-486C-8B3C-2FF9C03E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137FFE-C13E-4630-B577-DEE7AF37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4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627F8-4A8F-42B5-A9FE-CDEC3CF1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8A69E4-0C5C-42E9-ACBA-0961F532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EAA8F0-E7DF-4F79-B269-E6E9BD4E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BF4A51-F549-4172-BB59-C86EB388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BFF31-5499-4691-89FC-71A41EE8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88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DBA6D9-415D-4813-B193-E7425383E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8FD3EE-8670-4EE2-A7C2-E915D43A8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5DEB03-54BD-4121-BB34-AE6C0E6A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5EFE-64A0-46E6-9228-8D66A8CB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673F38-8A45-4220-9C5C-CD798D01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04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59AC48-6D8C-4091-A6F6-A81BCBDC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2CAA91-B7EF-48D8-A743-40C1804D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677EA-C7C3-47AE-A785-24338926E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F1375-DD4C-408E-93A2-19340FDDADA4}" type="datetimeFigureOut">
              <a:rPr lang="zh-CN" altLang="en-US" smtClean="0"/>
              <a:t>2021/9/29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C3F66B-E6B7-4460-883E-04C1B91C8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CB3C1-8184-44C1-844B-54A62592F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C9851-7A11-4240-A6C7-A503AC3D2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261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23F93D-86A7-4234-B4EA-B58A1AE93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1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967721-9EDC-4405-A8E4-F33B3CD1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2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303C5A-8ACB-4086-B894-5DBFCA1A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4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127291-7DE9-4688-9975-90F355778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2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3F8CA4-BA02-455F-8D3D-3BFC74DF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8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5C61D8-985F-4F58-A4CC-EAB84FE4E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6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BF10C1-BA55-4608-82CF-09255986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1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BCFFCA-F8FC-4798-B5FF-26AC5E16F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37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C3B01C-E374-4A19-833D-F526B9C9A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8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E1624C-8911-46A8-80DF-547EFE520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5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37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39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Bug Full Stack Development Engineer</dc:creator>
  <cp:lastModifiedBy>Bug Full Stack Development Engineer</cp:lastModifiedBy>
  <cp:revision>2</cp:revision>
  <dcterms:created xsi:type="dcterms:W3CDTF">2021-09-29T00:51:24Z</dcterms:created>
  <dcterms:modified xsi:type="dcterms:W3CDTF">2021-09-29T01:04:33Z</dcterms:modified>
</cp:coreProperties>
</file>